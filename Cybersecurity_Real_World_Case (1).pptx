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CASE STUDY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Ransomware Stopped a Pipeline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problem: the Colonial Pipeline attack (2021)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how layered defense could have prevented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463040" cy="4572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ransomware gang took down fuel supply for the US East Coast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874520" cy="201168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of pipeline shut down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874520" cy="201168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East Coast fuel supply affected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874520" cy="201168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paid in Bitcoin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1737360"/>
            <a:ext cx="1874520" cy="201168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19659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disrupted operations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Attacker: DarkSide ransomware group  |  Result: fuel shortages and panic buying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 Pictures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snapshot of what happened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560320" cy="251460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Houston, TX to New Jersey: the line was shut down mid-route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251460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shortages and long queues at stations across the Southeast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60320" cy="251460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Ransom Demand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encrypted; attackers demanded payment in Bitcoin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2103120"/>
            <a:ext cx="1828800" cy="0"/>
          </a:xfrm>
          <a:prstGeom prst="line">
            <a:avLst/>
          </a:prstGeom>
          <a:noFill/>
          <a:ln w="381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1993392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19072" y="1993392"/>
            <a:ext cx="219456" cy="219456"/>
          </a:xfrm>
          <a:prstGeom prst="ellipse">
            <a:avLst/>
          </a:prstGeom>
          <a:solidFill>
            <a:srgbClr val="FF3D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1993392"/>
            <a:ext cx="219456" cy="21945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17647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1828800"/>
            <a:ext cx="594360" cy="411480"/>
          </a:xfrm>
          <a:prstGeom prst="rect">
            <a:avLst/>
          </a:prstGeom>
          <a:solidFill>
            <a:srgbClr val="0A1128"/>
          </a:solidFill>
          <a:ln w="19050">
            <a:solidFill>
              <a:srgbClr val="FF3D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18288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1691640"/>
            <a:ext cx="731520" cy="1005840"/>
          </a:xfrm>
          <a:prstGeom prst="rect">
            <a:avLst/>
          </a:prstGeom>
          <a:solidFill>
            <a:srgbClr val="0A1128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1783080"/>
            <a:ext cx="548640" cy="274320"/>
          </a:xfrm>
          <a:prstGeom prst="rect">
            <a:avLst/>
          </a:prstGeom>
          <a:solidFill>
            <a:srgbClr val="050A1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965960"/>
            <a:ext cx="32004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965960"/>
            <a:ext cx="0" cy="54864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691640"/>
            <a:ext cx="2103120" cy="1005840"/>
          </a:xfrm>
          <a:prstGeom prst="rect">
            <a:avLst/>
          </a:prstGeom>
          <a:solidFill>
            <a:srgbClr val="050A18"/>
          </a:solidFill>
          <a:ln w="19050">
            <a:solidFill>
              <a:srgbClr val="FF3D7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755648"/>
            <a:ext cx="91440" cy="91440"/>
          </a:xfrm>
          <a:prstGeom prst="ellipse">
            <a:avLst/>
          </a:prstGeom>
          <a:solidFill>
            <a:srgbClr val="FF3D71"/>
          </a:solidFill>
          <a:ln w="12700">
            <a:solidFill>
              <a:srgbClr val="FF3D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0528" y="1755648"/>
            <a:ext cx="91440" cy="91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5976" y="1755648"/>
            <a:ext cx="91440" cy="91440"/>
          </a:xfrm>
          <a:prstGeom prst="ellipse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scanning network...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3D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FILES ENCRYPTED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pay 75 BTC to restore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graphics based on public reporting of the attack.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 Happened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link was a single password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463040" cy="210312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4688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password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VPN account credentials found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76272" y="1737360"/>
            <a:ext cx="1463040" cy="210312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9192" y="1874520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919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24688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MFA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67712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logged in with password alone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03904" y="1737360"/>
            <a:ext cx="1463040" cy="210312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6824" y="1874520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068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4688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stolen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95344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GB copied out of the network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31536" y="1737360"/>
            <a:ext cx="1463040" cy="2103120"/>
          </a:xfrm>
          <a:prstGeom prst="rect">
            <a:avLst/>
          </a:prstGeom>
          <a:solidFill>
            <a:srgbClr val="1320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34456" y="1874520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3445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04688" y="24688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22976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systems encrypted, ransom note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9168" y="1737360"/>
            <a:ext cx="1463040" cy="2103120"/>
          </a:xfrm>
          <a:prstGeom prst="rect">
            <a:avLst/>
          </a:prstGeom>
          <a:solidFill>
            <a:srgbClr val="13204A"/>
          </a:solidFill>
          <a:ln w="12700">
            <a:solidFill>
              <a:srgbClr val="FF3D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1874520"/>
            <a:ext cx="457200" cy="457200"/>
          </a:xfrm>
          <a:prstGeom prst="ellipse">
            <a:avLst/>
          </a:prstGeom>
          <a:solidFill>
            <a:srgbClr val="FF3D71"/>
          </a:solidFill>
          <a:ln w="12700">
            <a:solidFill>
              <a:srgbClr val="FF3D7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6208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46888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50608" y="28803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halted as a precaution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safeguard turned a stolen password into a national crisis.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Layered Defense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controls that break the attack chain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931920" cy="1371600"/>
          </a:xfrm>
          <a:prstGeom prst="rect">
            <a:avLst/>
          </a:prstGeom>
          <a:solidFill>
            <a:srgbClr val="13204A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73152" cy="137160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second factor on every remote access, VPN included.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931920" cy="1371600"/>
          </a:xfrm>
          <a:prstGeom prst="rect">
            <a:avLst/>
          </a:prstGeom>
          <a:solidFill>
            <a:srgbClr val="13204A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08760"/>
            <a:ext cx="73152" cy="137160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IT from operations so an infection cannot spread to critical systems.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931920" cy="1371600"/>
          </a:xfrm>
          <a:prstGeom prst="rect">
            <a:avLst/>
          </a:prstGeom>
          <a:solidFill>
            <a:srgbClr val="13204A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63240"/>
            <a:ext cx="73152" cy="137160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Backups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tested, offline copies so you can restore without paying.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3931920" cy="1371600"/>
          </a:xfrm>
          <a:prstGeom prst="rect">
            <a:avLst/>
          </a:prstGeom>
          <a:solidFill>
            <a:srgbClr val="13204A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063240"/>
            <a:ext cx="73152" cy="137160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detection and response drills, and monitor accounts for misuse.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organization and user can 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087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MFA everywhere, especially for remote access.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7568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unique, strong passwords and a password manager.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2670048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426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and retire unused accounts and old systems.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3236976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095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data offline and test restores regularly.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3803904"/>
            <a:ext cx="365760" cy="36576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77647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people to spot phishing and report it fast.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3840480"/>
            <a:ext cx="2926080" cy="2926080"/>
          </a:xfrm>
          <a:prstGeom prst="ellipse">
            <a:avLst/>
          </a:prstGeom>
          <a:solidFill>
            <a:srgbClr val="39FF88">
              <a:alpha val="8000"/>
            </a:srgbClr>
          </a:solidFill>
          <a:ln w="12700">
            <a:solidFill>
              <a:srgbClr val="39FF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 habit, not a product.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463040" cy="45720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Ransomware: Colonial Pipeline Case Study</dc:title>
  <dc:subject>PptxGenJS Presentation</dc:subject>
  <dc:creator>PptxGenJS</dc:creator>
  <cp:lastModifiedBy>PptxGenJS</cp:lastModifiedBy>
  <cp:revision>1</cp:revision>
  <dcterms:created xsi:type="dcterms:W3CDTF">2026-10-08T04:50:47Z</dcterms:created>
  <dcterms:modified xsi:type="dcterms:W3CDTF">2026-10-08T04:50:47Z</dcterms:modified>
</cp:coreProperties>
</file>